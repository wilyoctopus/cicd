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0" r:id="rId4"/>
    <p:sldId id="263" r:id="rId5"/>
    <p:sldId id="261" r:id="rId6"/>
    <p:sldId id="264" r:id="rId7"/>
    <p:sldId id="265" r:id="rId8"/>
    <p:sldId id="266" r:id="rId9"/>
    <p:sldId id="267" r:id="rId10"/>
    <p:sldId id="268" r:id="rId11"/>
    <p:sldId id="270" r:id="rId12"/>
    <p:sldId id="271" r:id="rId13"/>
    <p:sldId id="272" r:id="rId14"/>
    <p:sldId id="262" r:id="rId15"/>
    <p:sldId id="25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1D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2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04C1E-3B56-4DEE-A8BB-2CCF62E4EE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FFEE84-BC84-4411-A22F-4F06B5D0E7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2BAD2-E998-4952-B87C-92F2054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86431-CFC7-464A-92F9-42229AE1A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B1B43-9D3E-480A-B0EC-56C36615C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0762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41973-0B0B-4343-9616-6336EC496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4AA4-76E9-4871-98A4-093351860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CB0F4-B1C1-4FAC-B3E1-410D5865C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C7DCC-6957-456E-B412-B49D4DAA9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C423F-55AC-4AF5-B976-F407DEB6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099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2A6F2-E203-49E2-A1BB-61B93CA3B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D355D-504A-4342-BF3E-CA6544EB8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1080C-829F-4793-AA18-9A038B5C2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E068B-357E-4ACD-979D-C0E5679DB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85F4D-DE71-4A5A-8C3F-1F41D4037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3781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0DC5B-44FD-413F-BD59-4D9895250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0F753-82AC-4F8A-A6CD-807BF355D6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DEDBF9-49B1-47C0-A91D-2A55B5DE3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E36165-0669-4789-8521-E7340177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1BD3BC-53AD-444D-8425-BD5EFBADF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70C20-12BC-4B8F-A7AF-4AA7325B9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855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1EE5-781B-4392-80F5-CBCA3AB36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1E2B7-D590-467E-BE11-7BCC89333D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B6968-446E-4A5C-B155-BE65087269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5C7A-3A3C-4FE8-9619-3461E42551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FDA849-BDBD-4AC5-8C45-E681C53FE2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FD4AEA-E87E-4534-8666-CA83AFF58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936BBC-055B-406B-868B-B7D578A55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A9084B-9EBE-453A-9598-8B79A9BBA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547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444E7-CAAA-4D0F-B463-7DAF7EB1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530FD4-77E8-4A16-9951-F9606C2A6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97E395-377A-4DC8-89FA-A749A4038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59D3AD-A5C0-4167-80C2-A5C2B16E1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74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8CBFF1-D0FA-4663-AC9D-2757CF6C7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0DA81F-8E41-4A90-9617-F8602B890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7C809-125C-4D25-BD02-EC07793C2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170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336E-8B63-44A2-8EE2-FEEF2FDC0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A2BC1-6FE9-4A92-9FB2-22B7A023F3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39DFA-43CB-4E09-8944-48C8D254C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41359-E38D-44C3-87A1-890C897FC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E04D1C-15E4-4C0F-90E7-5ACE58665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04EC2-AD2F-4A3D-9563-80D53D2CF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97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E06A5-0A46-4E6B-9998-6AB792FE3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5BEE60-AAC5-45A6-8535-D1703C9EE5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C29ACB-D6D7-4F4E-B2DB-BF179A2954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B9C507-27A8-43AB-975D-AA3FC3CAD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00FF83-171D-40C1-985A-31816DBB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D3608-BCE1-47B7-A7EE-A401CE702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335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8B53B-2BF2-4E7B-8A3D-FC397AC0E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0F0590-FFBB-4268-B606-38D808B624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55E3C-4A19-41FE-B6BC-364F4C51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C5900-9663-49AF-B7AF-6E6A59177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1D896-EFC5-4ACF-B1FD-AE623D3D0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569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871966-8C7C-435E-89C4-08C1380EDA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A9CE0D-8B13-4A70-BA75-A535E3D2D8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05C51-FE76-41B2-8606-3EB4F04FD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0BD27-7FE0-43F6-A8DF-53E200413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7EDA5-6185-441B-864C-358FA336B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50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FE3C9B-990B-421B-BD40-1EFD7737F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F1219-573A-4CCE-960D-6F4B9CCA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A65F-271E-4FD7-8570-E729D6A28D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79400D-7B09-4572-8A27-9F08AB9D65AA}" type="datetimeFigureOut">
              <a:rPr lang="en-US" smtClean="0"/>
              <a:t>1/19/2021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81D62-8276-41FC-8BFB-5B2D4ED526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8D788A-0E57-4ED9-A986-883EFEB946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8DA39-81CE-4602-9F85-B83AC1B2F2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159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en-us/free/free-account-faq/" TargetMode="External"/><Relationship Id="rId3" Type="http://schemas.openxmlformats.org/officeDocument/2006/relationships/hyperlink" Target="https://dotnet.microsoft.com/download/dotnet-core/thank-you/runtime-aspnetcore-3.1.11-windows-hosting-bundle-installer" TargetMode="External"/><Relationship Id="rId7" Type="http://schemas.openxmlformats.org/officeDocument/2006/relationships/hyperlink" Target="https://docs.microsoft.com/en-us/windows/wsl/install-win10" TargetMode="External"/><Relationship Id="rId2" Type="http://schemas.openxmlformats.org/officeDocument/2006/relationships/hyperlink" Target="https://dotnet.microsoft.com/download/dotnet-core/3.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docker.com/get-started" TargetMode="External"/><Relationship Id="rId5" Type="http://schemas.openxmlformats.org/officeDocument/2006/relationships/hyperlink" Target="https://www.jenkins.io/download/" TargetMode="External"/><Relationship Id="rId4" Type="http://schemas.openxmlformats.org/officeDocument/2006/relationships/hyperlink" Target="https://www.oracle.com/java/technologies/javase-jdk11-downloads.html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racle.com/java/technologies/javase-jdk11-download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tnet.microsoft.com/download/dotnet-core/thank-you/runtime-aspnetcore-3.1.11-windows-hosting-bundle-installer" TargetMode="External"/><Relationship Id="rId4" Type="http://schemas.openxmlformats.org/officeDocument/2006/relationships/hyperlink" Target="https://dotnet.microsoft.com/download/dotnet-core/3.1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1106504E-5B0F-4E80-BE1D-CAE1BEF79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2875" y="2605580"/>
            <a:ext cx="4286250" cy="2623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FB1FEB5-6A2E-4B32-8142-7E7E59DFC0E6}"/>
              </a:ext>
            </a:extLst>
          </p:cNvPr>
          <p:cNvSpPr txBox="1">
            <a:spLocks/>
          </p:cNvSpPr>
          <p:nvPr/>
        </p:nvSpPr>
        <p:spPr>
          <a:xfrm>
            <a:off x="838200" y="574675"/>
            <a:ext cx="10515600" cy="9683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CI/CD Workshop</a:t>
            </a:r>
          </a:p>
        </p:txBody>
      </p:sp>
    </p:spTree>
    <p:extLst>
      <p:ext uri="{BB962C8B-B14F-4D97-AF65-F5344CB8AC3E}">
        <p14:creationId xmlns:p14="http://schemas.microsoft.com/office/powerpoint/2010/main" val="4028905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0DE9-37EA-42A6-AA94-CF33EE4FE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8C3FE-5375-4A3A-A476-A5D129743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9750" y="1690688"/>
            <a:ext cx="32861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Explore CI/CD locally:</a:t>
            </a:r>
          </a:p>
          <a:p>
            <a:pPr marL="0" indent="0"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IIS 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GitHub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.NET Core </a:t>
            </a:r>
            <a:r>
              <a:rPr lang="en-US" sz="1600" dirty="0">
                <a:solidFill>
                  <a:schemeClr val="bg1"/>
                </a:solidFill>
                <a:hlinkClick r:id="rId2"/>
              </a:rPr>
              <a:t>(3.1)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ASP.NET Core runtime </a:t>
            </a:r>
            <a:r>
              <a:rPr lang="en-US" sz="1600" dirty="0">
                <a:solidFill>
                  <a:schemeClr val="bg1"/>
                </a:solidFill>
                <a:hlinkClick r:id="rId3"/>
              </a:rPr>
              <a:t>(3.1)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Java Development Kit </a:t>
            </a:r>
            <a:r>
              <a:rPr lang="en-US" sz="1600" dirty="0">
                <a:solidFill>
                  <a:schemeClr val="bg1"/>
                </a:solidFill>
                <a:hlinkClick r:id="rId4"/>
              </a:rPr>
              <a:t>(11.*)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Jenkins </a:t>
            </a:r>
            <a:r>
              <a:rPr lang="en-US" sz="1600" dirty="0">
                <a:solidFill>
                  <a:schemeClr val="bg1"/>
                </a:solidFill>
                <a:hlinkClick r:id="rId5"/>
              </a:rPr>
              <a:t>(2.263.2)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Docker </a:t>
            </a:r>
            <a:r>
              <a:rPr lang="en-US" sz="1600" dirty="0">
                <a:solidFill>
                  <a:schemeClr val="bg1"/>
                </a:solidFill>
                <a:hlinkClick r:id="rId6"/>
              </a:rPr>
              <a:t>(3.0.4)</a:t>
            </a:r>
            <a:r>
              <a:rPr lang="en-US" sz="1600" dirty="0">
                <a:solidFill>
                  <a:schemeClr val="bg1"/>
                </a:solidFill>
              </a:rPr>
              <a:t> (if your OS supports it)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    Win 10 Pro with Hyper-V or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    Win 10 Home/Pro with </a:t>
            </a:r>
            <a:r>
              <a:rPr lang="en-US" sz="1600" dirty="0">
                <a:solidFill>
                  <a:schemeClr val="bg1"/>
                </a:solidFill>
                <a:hlinkClick r:id="rId7"/>
              </a:rPr>
              <a:t>WSL 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DFB316E-E1C7-48FD-83FA-091498A6C86F}"/>
              </a:ext>
            </a:extLst>
          </p:cNvPr>
          <p:cNvSpPr txBox="1">
            <a:spLocks/>
          </p:cNvSpPr>
          <p:nvPr/>
        </p:nvSpPr>
        <p:spPr>
          <a:xfrm>
            <a:off x="7181850" y="1695451"/>
            <a:ext cx="3429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solidFill>
                  <a:schemeClr val="bg1"/>
                </a:solidFill>
              </a:rPr>
              <a:t>Explore CI/CD externally: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Azure Virtual Machines </a:t>
            </a:r>
            <a:r>
              <a:rPr lang="en-US" sz="1600" dirty="0">
                <a:solidFill>
                  <a:schemeClr val="bg1"/>
                </a:solidFill>
                <a:hlinkClick r:id="rId8"/>
              </a:rPr>
              <a:t>(free tier)</a:t>
            </a:r>
            <a:r>
              <a:rPr lang="en-US" sz="1600" dirty="0">
                <a:solidFill>
                  <a:schemeClr val="bg1"/>
                </a:solidFill>
              </a:rPr>
              <a:t>*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GitHub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.NET Core </a:t>
            </a:r>
            <a:r>
              <a:rPr lang="en-US" sz="1600" dirty="0">
                <a:solidFill>
                  <a:schemeClr val="bg1"/>
                </a:solidFill>
                <a:hlinkClick r:id="rId2"/>
              </a:rPr>
              <a:t>(3.1)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ASP.NET Core runtime </a:t>
            </a:r>
            <a:r>
              <a:rPr lang="en-US" sz="1600" dirty="0">
                <a:solidFill>
                  <a:schemeClr val="bg1"/>
                </a:solidFill>
                <a:hlinkClick r:id="rId3"/>
              </a:rPr>
              <a:t>(3.1)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Java Development Kit </a:t>
            </a:r>
            <a:r>
              <a:rPr lang="en-US" sz="1600" dirty="0">
                <a:solidFill>
                  <a:schemeClr val="bg1"/>
                </a:solidFill>
                <a:hlinkClick r:id="rId4"/>
              </a:rPr>
              <a:t>(11.*)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Jenkins </a:t>
            </a:r>
            <a:r>
              <a:rPr lang="en-US" sz="1600" dirty="0">
                <a:solidFill>
                  <a:schemeClr val="bg1"/>
                </a:solidFill>
                <a:hlinkClick r:id="rId5"/>
              </a:rPr>
              <a:t>(2.263.2)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Docker </a:t>
            </a:r>
            <a:r>
              <a:rPr lang="en-US" sz="1600" dirty="0">
                <a:solidFill>
                  <a:schemeClr val="bg1"/>
                </a:solidFill>
                <a:hlinkClick r:id="rId6"/>
              </a:rPr>
              <a:t>(3.0.4)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48659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0DE9-37EA-42A6-AA94-CF33EE4FE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Jenkins plugins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8C3FE-5375-4A3A-A476-A5D129743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1898" y="2471737"/>
            <a:ext cx="2768204" cy="2605087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400" dirty="0" err="1">
                <a:solidFill>
                  <a:schemeClr val="bg1"/>
                </a:solidFill>
              </a:rPr>
              <a:t>Xunit</a:t>
            </a:r>
            <a:endParaRPr lang="en-US" sz="2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2400" dirty="0" err="1">
                <a:solidFill>
                  <a:schemeClr val="bg1"/>
                </a:solidFill>
              </a:rPr>
              <a:t>Cobertura</a:t>
            </a:r>
            <a:endParaRPr lang="en-US" sz="24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</a:rPr>
              <a:t>Pipeline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</a:rPr>
              <a:t>Git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</a:rPr>
              <a:t>GitHub API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</a:rPr>
              <a:t>Workspace Cleanup</a:t>
            </a:r>
          </a:p>
          <a:p>
            <a:pPr marL="0" indent="0" algn="ctr">
              <a:buNone/>
            </a:pPr>
            <a:r>
              <a:rPr lang="en-US" sz="2400" dirty="0">
                <a:solidFill>
                  <a:schemeClr val="bg1"/>
                </a:solidFill>
              </a:rPr>
              <a:t>SSH Agent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0606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48371-7E48-4F5B-B7E0-26AF2D699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Prepare environment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4723A3-806B-422F-AC57-86340D168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715533" cy="39439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4CF2AA5-56D5-42DC-B2C4-433975C916B2}"/>
              </a:ext>
            </a:extLst>
          </p:cNvPr>
          <p:cNvSpPr txBox="1"/>
          <p:nvPr/>
        </p:nvSpPr>
        <p:spPr>
          <a:xfrm>
            <a:off x="7362825" y="2967335"/>
            <a:ext cx="31813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/>
              <a:t>Java Development Kit </a:t>
            </a:r>
            <a:r>
              <a:rPr lang="en-US" sz="1800" dirty="0">
                <a:solidFill>
                  <a:schemeClr val="bg1"/>
                </a:solidFill>
                <a:hlinkClick r:id="rId3"/>
              </a:rPr>
              <a:t>(11.*)</a:t>
            </a:r>
            <a:endParaRPr lang="en-US" sz="1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dirty="0"/>
              <a:t>.NET Core </a:t>
            </a:r>
            <a:r>
              <a:rPr lang="en-US" sz="1800" dirty="0">
                <a:solidFill>
                  <a:schemeClr val="bg1"/>
                </a:solidFill>
                <a:hlinkClick r:id="rId4"/>
              </a:rPr>
              <a:t>(3.1)</a:t>
            </a:r>
            <a:endParaRPr lang="en-US" sz="1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dirty="0"/>
              <a:t>ASP.NET Core runtime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dirty="0">
                <a:solidFill>
                  <a:schemeClr val="bg1"/>
                </a:solidFill>
                <a:hlinkClick r:id="rId5"/>
              </a:rPr>
              <a:t>(3.1)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7B9621-2645-46F7-9C82-BAA0A21157E0}"/>
              </a:ext>
            </a:extLst>
          </p:cNvPr>
          <p:cNvSpPr txBox="1"/>
          <p:nvPr/>
        </p:nvSpPr>
        <p:spPr>
          <a:xfrm>
            <a:off x="6096000" y="3244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1259124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AE00A-30C2-40B7-B3E2-197AE56F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Jenkins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93D1E-9B5C-4BF7-906B-989A83A910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628" y="1690688"/>
            <a:ext cx="4972744" cy="404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2996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B6F5B-F1D3-4E72-AB28-1DAA3D37A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Jenkins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2F6875-A83A-45DC-B329-F2B8642D16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917" y="1690688"/>
            <a:ext cx="5306165" cy="418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041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77F74C9-F8CF-40D3-AD7E-90749AEBF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Install Jenkins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76A7F8-910C-449F-87F5-0ABC887ED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364" y="1690688"/>
            <a:ext cx="5163271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09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77F74C9-F8CF-40D3-AD7E-90749AEBF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Install Jenkins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FDCEBF-031D-42BE-A236-3E3D42958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9101" y="1690688"/>
            <a:ext cx="5353797" cy="4201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173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77F74C9-F8CF-40D3-AD7E-90749AEBF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Install Jenkins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B99308-0071-40DF-B4B6-7233096DC8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917" y="1690688"/>
            <a:ext cx="5306165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141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AF087-553F-4217-B734-73A46363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Jenkins, </a:t>
            </a:r>
            <a:r>
              <a:rPr lang="en-US" sz="4400" dirty="0"/>
              <a:t>http://localhost:8080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C78239-78E1-41DC-BAA4-6F18ECB7F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8784" y="2109581"/>
            <a:ext cx="7754432" cy="29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4961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AF087-553F-4217-B734-73A46363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Jenkins, </a:t>
            </a:r>
            <a:r>
              <a:rPr lang="en-US" sz="4400" dirty="0"/>
              <a:t>http://localhost:8080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EE186-8F34-4EC5-8BD9-A087136DE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2152" y="2195513"/>
            <a:ext cx="7487695" cy="3667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60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AF087-553F-4217-B734-73A46363E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Jenkins, </a:t>
            </a:r>
            <a:r>
              <a:rPr lang="en-US" sz="4400" dirty="0"/>
              <a:t>http://localhost:8080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7F84E-74B7-431E-83A6-EF401E98F7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6206" y="2409635"/>
            <a:ext cx="5639587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177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647A1A-95AA-422D-8F39-D6E9B829FB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152" y="2090550"/>
            <a:ext cx="7849695" cy="26768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C98F7A74-AC2F-49E1-A748-F23ED36D4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Install Jenkins, </a:t>
            </a:r>
            <a:r>
              <a:rPr lang="en-US" sz="4400" dirty="0"/>
              <a:t>http://localhost:8080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0555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9D8B5-410B-4ACD-A656-9AA5F92F5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40E05-3692-41D2-A07E-1CA2E49EE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601" y="1900024"/>
            <a:ext cx="5534797" cy="3057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199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0DE9-37EA-42A6-AA94-CF33EE4FE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Source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8C3FE-5375-4A3A-A476-A5D129743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4971" y="3233738"/>
            <a:ext cx="5022057" cy="557212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</a:rPr>
              <a:t>https://github.com/wilyoctopus/CICD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6262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195</Words>
  <Application>Microsoft Office PowerPoint</Application>
  <PresentationFormat>Widescreen</PresentationFormat>
  <Paragraphs>48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Tools</vt:lpstr>
      <vt:lpstr>Jenkins plugins</vt:lpstr>
      <vt:lpstr>Prepare environment</vt:lpstr>
      <vt:lpstr>Install Jenkins</vt:lpstr>
      <vt:lpstr>Install Jenkins</vt:lpstr>
      <vt:lpstr>Install Jenkins</vt:lpstr>
      <vt:lpstr>Install Jenkins</vt:lpstr>
      <vt:lpstr>Install Jenkins</vt:lpstr>
      <vt:lpstr>Install Jenkins, http://localhost:8080</vt:lpstr>
      <vt:lpstr>Install Jenkins, http://localhost:8080</vt:lpstr>
      <vt:lpstr>Install Jenkins, http://localhost:8080</vt:lpstr>
      <vt:lpstr>Install Jenkins, http://localhost:8080</vt:lpstr>
      <vt:lpstr>Docker</vt:lpstr>
      <vt:lpstr>Source 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Yaroslav Zakharchuk</dc:creator>
  <cp:lastModifiedBy>Yaroslav Zakharchuk</cp:lastModifiedBy>
  <cp:revision>7</cp:revision>
  <dcterms:created xsi:type="dcterms:W3CDTF">2021-01-19T02:30:19Z</dcterms:created>
  <dcterms:modified xsi:type="dcterms:W3CDTF">2021-01-19T04:00:40Z</dcterms:modified>
</cp:coreProperties>
</file>